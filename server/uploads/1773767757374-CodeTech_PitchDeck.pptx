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8288000" cy="10287000"/>
  <p:notesSz cx="6858000" cy="9144000"/>
  <p:embeddedFontLst>
    <p:embeddedFont>
      <p:font typeface="Anton" pitchFamily="2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ElHmwslj3mxXZKPnH6xiqZdBm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A0B1BC-2EE3-4F0B-A9E8-807ED30AAFC3}" v="27" dt="2025-08-11T16:54:40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8" d="100"/>
          <a:sy n="38" d="100"/>
        </p:scale>
        <p:origin x="148" y="4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16:21:55.519"/>
    </inkml:context>
    <inkml:brush xml:id="br0">
      <inkml:brushProperty name="width" value="0.035" units="cm"/>
      <inkml:brushProperty name="height" value="0.035" units="cm"/>
      <inkml:brushProperty name="color" value="#938F99"/>
    </inkml:brush>
  </inkml:definitions>
  <inkml:trace contextRef="#ctx0" brushRef="#br0">0 43 24575,'268'-20'0,"-87"3"0,394 11 0,-332 8 0,-230-2 0,1 0 0,-1 1 0,0 1 0,1 0 0,19 5 0,-29-5 0,0-1 0,0 1 0,0 0 0,0 0 0,0 0 0,-1 1 0,1-1 0,-1 1 0,0 0 0,0 0 0,0 0 0,0 0 0,0 1 0,-1-1 0,1 1 0,-1-1 0,0 1 0,0 0 0,0 0 0,-1 0 0,2 5 0,-1-2 5,-1-1 0,0 1 0,-1 0 0,1-1 0,-1 1 0,0 0 0,-1 0 0,0-1 0,0 1 0,0-1 0,-1 1 0,0-1 0,0 1 0,-1-1 0,1 0 0,-2 0 0,1 0 0,0 0 0,-1-1 0,0 1 0,-1-1 0,1 0 0,-7 5 0,0 1-154,-1-1 1,0-1-1,0 0 1,-1-1-1,0 0 1,-1-1-1,0 0 1,0-1-1,-18 5 1,-7-2-6678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16:22:02.863"/>
    </inkml:context>
    <inkml:brush xml:id="br0">
      <inkml:brushProperty name="width" value="0.035" units="cm"/>
      <inkml:brushProperty name="height" value="0.035" units="cm"/>
      <inkml:brushProperty name="color" value="#938F99"/>
    </inkml:brush>
  </inkml:definitions>
  <inkml:trace contextRef="#ctx0" brushRef="#br0">2220 92 24575,'-35'0'0,"-82"-1"0,1 5 0,-158 25 0,-314 92 0,374-75 0,208-45 0,0 0 0,1-1 0,0 1 0,0 1 0,0-1 0,1 1 0,-1-1 0,0 2 0,0-1 0,1 0 0,-9 7 0,13-9 0,0 0 0,0 0 0,0 1 0,0-1 0,0 0 0,0 1 0,0-1 0,0 0 0,0 0 0,0 1 0,0-1 0,0 0 0,0 1 0,0-1 0,0 0 0,0 0 0,0 1 0,0-1 0,0 0 0,0 1 0,0-1 0,0 0 0,1 0 0,-1 1 0,0-1 0,0 0 0,0 0 0,0 0 0,1 1 0,-1-1 0,0 0 0,0 0 0,1 0 0,-1 1 0,0-1 0,0 0 0,1 0 0,-1 0 0,0 0 0,0 0 0,1 0 0,-1 0 0,0 0 0,1 0 0,-1 1 0,1-1 0,8 2 0,1 1 0,0-1 0,0 0 0,0-1 0,20 0 0,-12-1 0,761 4 0,-444-7 0,-249 5 0,89-5 0,-154-1 0,1 0 0,40-15 0,-4 1 0,6 5 0,1 3 0,88-4 0,133 11 0,-217 4 0,-41 0 0,10-1 0,-62 1 0,-553 66 0,-466 111-1134,438-67 629,536-98 505,67-12-4,-1-1-1,1 1 0,-1 0 1,1 0-1,0 0 0,0 0 1,-1 0-1,1 0 0,-3 3 1,7 2 50,13 0 140,14-1 140,0-1 0,52 0 0,-55-3-289,303 9-66,352 17-367,26 21 396,-690-46 0,-42-1 0,22-1 0,-697-3 863,683 3-863,8 0 0,0 1 0,1-1 0,-1 0 0,0-1 0,1 0 0,-1 0 0,0-1 0,1 0 0,0-1 0,-11-4 0,18 6 0,0 1 0,1-1 0,-1 1 0,0-1 0,1 1 0,-1-1 0,1 0 0,-1 1 0,1-1 0,-1 0 0,1 1 0,-1-1 0,1 0 0,0 1 0,-1-1 0,1 0 0,0 0 0,0 0 0,-1 1 0,1-1 0,0 0 0,0 0 0,0 0 0,0 0 0,0 1 0,0-1 0,0 0 0,0 0 0,1 0 0,-1 0 0,0 1 0,0-1 0,1 0 0,-1 0 0,1 1 0,-1-1 0,0 0 0,1 1 0,-1-1 0,1 0 0,1 0 0,28-25 0,-5 11 0,1 0 0,0 2 0,1 1 0,43-13 0,121-24 0,-188 48 0,415-74 0,35-8 0,-390 65 0,-61 17 0,-1 1 0,1 0 0,-1-1 0,1 1 0,-1-1 0,1 0 0,-1 1 0,0-1 0,1 0 0,-1 0 0,0 0 0,0 0 0,0 0 0,0 0 0,1-2 0,-2 3 0,0-1 0,0 1 0,0 0 0,0-1 0,0 1 0,-1-1 0,1 1 0,0 0 0,0-1 0,-1 1 0,1-1 0,0 1 0,0 0 0,-1-1 0,1 1 0,0 0 0,-1 0 0,1-1 0,-1 1 0,1 0 0,0 0 0,-1-1 0,1 1 0,-1 0 0,1 0 0,-1 0 0,1 0 0,0 0 0,-1 0 0,0 0 0,-49-8 0,-415 7 0,337 13 0,-229 53 0,202-33 0,140-29 0,-30 6 0,43-8 0,0-1 0,0 1 0,0-1 0,-1 1 0,1 0 0,0 0 0,0 0 0,0 0 0,0 0 0,1 1 0,-1-1 0,0 1 0,-2 2 0,6 2 0,14 0 0,22-1 0,0-1 0,58-1 0,-46-2 0,583 2 0,-575-2 0,-45 1 0,-15 2 0,-17 4 0,17-7 0,-63 16 0,-1-2 0,-82 7 0,-82 18 0,217-36 0,0 0 0,-24 13 0,13-5 0,169-66 0,203-47 0,-138 44 0,-56 14 0,-127 32 0,-27 11 0,0 0 0,0 0 0,0 0 0,0 0 0,0 0 0,0 0 0,1 0 0,-1 0 0,0 0 0,0 0 0,0-1 0,0 1 0,0 0 0,0 0 0,0 0 0,0 0 0,0 0 0,0 0 0,1 0 0,-1-1 0,0 1 0,0 0 0,0 0 0,0 0 0,0 0 0,0 0 0,0-1 0,0 1 0,0 0 0,0 0 0,0 0 0,0 0 0,0 0 0,0-1 0,0 1 0,0 0 0,0 0 0,0 0 0,-1 0 0,1 0 0,0 0 0,0-1 0,0 1 0,0 0 0,0 0 0,0 0 0,0 0 0,0 0 0,0 0 0,-1 0 0,1 0 0,0-1 0,0 1 0,0 0 0,0 0 0,0 0 0,0 0 0,-1 0 0,1 0 0,0 0 0,0 0 0,0 0 0,0 0 0,0 0 0,-1 0 0,-45-5 0,-737 43 0,675-31 0,59-5 0,0 2 0,1 2 0,-68 17 0,100-18 0,-19 5 0,-48 21 0,64-19 0,19-11 0,0-1 0,0 0 0,-1 0 0,1 1 0,0-1 0,0 0 0,0 1 0,-1-1 0,1 0 0,0 0 0,0 1 0,0-1 0,0 0 0,0 1 0,0-1 0,0 0 0,0 1 0,0-1 0,0 0 0,0 1 0,0-1 0,0 0 0,0 1 0,0-1 0,0 0 0,0 1 0,0-1 0,0 0 0,1 1 0,-1-1 0,0 0 0,0 1 0,3 1 0,0-1 0,-1 1 0,1-1 0,0 0 0,0 0 0,0 1 0,0-2 0,0 1 0,0 0 0,0-1 0,5 1 0,122 9 0,159-9 0,-153-3 0,993-1 0,-1143 5 0,0-1 0,0 2 0,-24 7 0,6-2 0,-190 48 0,-20 6 0,-253 31 0,333-79 0,79-9 0,-111 23 0,290-45 0,294-84 0,0 0 0,131-5 0,-596 104 0,-471 20 0,2 42 0,-19 13 0,245-37 0,82-7 0,-381 56 0,535-69 0,80-16 0,1 0 0,-1 0 0,1 0 0,-1 1 0,1-1 0,-1 1 0,1-1 0,-1 0 0,1 1 0,0 0 0,-1-1 0,1 1 0,0 0 0,-1 0 0,1 0 0,0 0 0,-1 1 0,3-1 0,1 0 0,0 0 0,-1-1 0,1 1 0,0 0 0,0-1 0,0 1 0,-1-1 0,1 0 0,0 0 0,0 0 0,2 0 0,45 2 0,-1-2 0,72-9 0,-56 3 0,660-94 0,-307 53 0,45-9 0,-409 43 0,-45 8 0,-11 1 0,-5 1 0,-1 1 0,0 0 0,0 0 0,0 1 0,0 1 0,0-1 0,-11 2 0,-10-1 0,-439 0 0,325 1 0,138-1 0,-13 0 0,0 0 0,1 2 0,-26 4 0,28 2 0,16-7 0,0-1 0,0 0 0,0 1 0,0-1 0,0 1 0,0-1 0,0 0 0,1 1 0,-1-1 0,0 1 0,0-1 0,0 0 0,0 1 0,1-1 0,-1 0 0,0 1 0,0-1 0,1 0 0,-1 0 0,0 1 0,1-1 0,-1 0 0,0 0 0,1 1 0,-1-1 0,0 0 0,1 0 0,-1 0 0,1 0 0,-1 1 0,0-1 0,1 0 0,-1 0 0,1 0 0,-1 0 0,0 0 0,1 0 0,0 0 0,22 5 0,1-1 0,0-1 0,0-1 0,43-1 0,-15-1 0,327 2 0,-362-3 0,-13 1 0,-1-1 0,0 1 0,1 0 0,-1 0 0,0 0 0,1 0 0,-1 0 0,0 1 0,1 0 0,-1-1 0,0 1 0,0 0 0,0 1 0,3 1 0,-5-3 0,-1 0 0,0 0 0,0 0 0,0 1 0,0-1 0,0 0 0,0 0 0,0 1 0,0-1 0,0 0 0,0 0 0,0 1 0,0-1 0,0 0 0,0 0 0,0 1 0,0-1 0,0 0 0,0 0 0,0 1 0,0-1 0,0 0 0,-1 0 0,1 0 0,0 1 0,0-1 0,0 0 0,0 0 0,0 0 0,-1 1 0,1-1 0,0 0 0,0 0 0,0 0 0,-1 0 0,1 0 0,0 1 0,0-1 0,0 0 0,-1 0 0,1 0 0,0 0 0,0 0 0,-1 0 0,1 0 0,-1 0 0,-12 5 0,0-2 0,0 1 0,-1-1 0,0-1 0,0-1 0,1 0 0,-17-1 0,1 1 0,-465 4 0,449-5 0,27 0 0,38-1 0,1152 1 0,-1850-21 0,99 1 0,557 20 0,3 0 0,1-1 0,0 0 0,-27-5 0,32 0 0,13 0 0,24-7 0,25-1 0,1 2 0,97-11 0,-84 15 0,596-65-204,178-27-515,-816 97 719,176-37 0,-174 32 0,-23 8 0,0 0 0,0 0 0,0 0 0,1 0 0,-1 0 0,0 0 0,0 0 0,0 0 0,1 0 0,-1 0 0,0 0 0,0-1 0,0 1 0,0 0 0,0 0 0,1 0 0,-1 0 0,0 0 0,0 0 0,0-1 0,0 1 0,0 0 0,0 0 0,0 0 0,1 0 0,-1-1 0,0 1 0,0 0 0,0 0 0,0 0 0,0 0 0,0-1 0,0 1 0,0 0 0,0 0 0,0 0 0,0-1 0,0 1 0,0 0 0,0 0 0,0 0 0,0-1 0,0 1 0,-4-1 0,1-1 0,-1 1 0,1 0 0,0 1 0,-1-1 0,0 0 0,1 1 0,-5 0 0,-270-5 0,-8 23 0,-469 80 923,741-95-923,-41 7 0,53-9 0,0-1 0,-1 1 0,1 0 0,0 0 0,0 0 0,-1 0 0,1 0 0,0 0 0,0 0 0,0 1 0,0-1 0,1 1 0,-1-1 0,0 1 0,1 0 0,-3 3 0,4-4 0,0-1 0,0 1 0,0 0 0,0 0 0,0-1 0,0 1 0,0 0 0,0 0 0,0-1 0,1 1 0,-1 0 0,0-1 0,0 1 0,1 0 0,-1-1 0,1 1 0,-1 0 0,0-1 0,1 1 0,-1-1 0,1 1 0,0-1 0,-1 1 0,1-1 0,-1 1 0,1-1 0,0 0 0,-1 1 0,1-1 0,0 0 0,-1 1 0,1-1 0,0 0 0,-1 0 0,2 0 0,18 7 0,0-2 0,0 0 0,1-1 0,0-2 0,28 2 0,-33-3 0,796 12 0,-589-15 0,75 2 0,-209 7 0,-86-7 0,0 0 0,0 1 0,-1-1 0,1 1 0,0 0 0,0 0 0,-1 0 0,1 0 0,-1 1 0,1-1 0,3 3 0,-6-3 0,0-1 0,1 0 0,-1 1 0,0-1 0,0 0 0,1 1 0,-1-1 0,0 1 0,0-1 0,0 1 0,0-1 0,0 0 0,0 1 0,0-1 0,0 1 0,0-1 0,0 1 0,0-1 0,0 1 0,0-1 0,0 1 0,0-1 0,0 0 0,0 1 0,-1 0 0,-14 16 0,-11-2 0,0 0 0,0-2 0,-1 0 0,-46 13 0,69-25 0,-631 180 0,-19-55 0,478-80 0,124-30 0,-58 10 0,125-30 0,1 0 0,-1-1 0,19-10 0,18-6 0,330-120-160,370-125-733,-466 179 893,184-60 0,-399 118 0,-70 29 0,0 0 0,0-1 0,0 1 0,0-1 0,0 1 0,-1-1 0,1 1 0,0-1 0,0 0 0,0 0 0,-1 1 0,1-1 0,0 0 0,-1 0 0,1 0 0,0-1 0,-1 2 0,0-1 0,0 1 0,0 0 0,-1-1 0,1 1 0,0 0 0,0-1 0,0 1 0,0 0 0,-1-1 0,1 1 0,0 0 0,0 0 0,-1-1 0,1 1 0,0 0 0,0 0 0,-1-1 0,1 1 0,0 0 0,-1 0 0,1 0 0,0-1 0,-1 1 0,1 0 0,0 0 0,-1 0 0,0 0 0,-36-6 0,35 6 0,-385 1 1041,234 4-1029,58-1-11,1 5 0,-128 29 0,-178 66-15,149-36-105,-520 156-514,665-191 614,28-10 19,-11 4 0,-105 45 0,193-72 0,-1 1 0,1-1 0,0 1 0,-1-1 0,1 1 0,0-1 0,0 1 0,-1 0 0,1 0 0,0-1 0,0 1 0,0 0 0,0 0 0,0 0 0,0 0 0,0 0 0,0 0 0,1 1 0,-2 0 0,3-1 0,0 0 0,0 0 0,1 0 0,-1-1 0,0 1 0,0 0 0,1-1 0,-1 1 0,0-1 0,0 1 0,1-1 0,-1 0 0,1 1 0,-1-1 0,0 0 0,1 0 0,-1 0 0,2 0 0,48 3 42,1-1 1,78-9-1,110-25 552,-156 19-533,939-201-61,-966 195 0,-47 12 0,-14 2 0,-6 2 0,-1 1 0,0 0 0,1 0 0,-1 1 0,0 0 0,0 1 0,-17 2 0,2-1 0,-490 31 0,-4 26 0,266-28 0,220-24 0,82-11 0,709-154-124,-606 123-214,1295-347-3612,-1384 365 3950,-30 10 0,0-1 0,0-2 0,-1-1 0,38-21 0,-56 20 0,-13 13 0,0 0 0,0-1 0,0 1 0,0-1 0,0 1 0,0 0 0,0-1 0,0 1 0,0 0 0,0-1 0,0 1 0,0 0 0,-1-1 0,1 1 0,0 0 0,0-1 0,0 1 0,-1 0 0,1 0 0,0-1 0,0 1 0,-1 0 0,1 0 0,0-1 0,0 1 0,-1 0 0,1 0 0,0 0 0,-1-1 0,1 1 0,0 0 0,-1 0 0,0 0 0,-9-3 84,0 0 0,-1 1-1,1 1 1,-19-1 0,-111-1 944,-243 26 1,330-18-923,-1047 145 222,656-81-687,-358 62-1645,210-33 1244,371-65 968,209-29 622,21-2-597,32-1 117,125-11 532,211-38-1,-225 26-742,69-9-107,746-124 66,-701 87-98,-255 65 0,0-1 0,-1 0 0,13-8 0,-22 12 0,-1 0 0,0 0 0,1 0 0,-1 0 0,0 0 0,1 0 0,-1 0 0,0-1 0,1 1 0,-1 0 0,0 0 0,0 0 0,1 0 0,-1-1 0,0 1 0,0 0 0,1 0 0,-1-1 0,0 1 0,0 0 0,0 0 0,1-1 0,-1 1 0,0 0 0,0-1 0,0 1 0,0 0 0,0-1 0,0 1 0,0 0 0,0-1 0,0 1 0,1 0 0,-2-1 0,1 1 0,0 0 0,0-1 0,0 1 0,0 0 0,0-1 0,0 1 0,0 0 0,0-1 0,0 1 0,-1 0 0,1 0 0,0-1 0,0 1 0,0 0 0,0 0 0,-1-1 0,1 1 0,0 0 0,0 0 0,-1-1 0,1 1 0,0 0 0,-1 0 0,1 0 0,0 0 0,0-1 0,-1 1 0,1 0 0,0 0 0,-1 0 0,0 0 0,-15-4 0,0 1 0,0 0 0,-1 1 0,1 1 0,-1 1 0,-18 1 0,15 0 0,-94 3 243,-143 26 0,-109 39 243,274-50-486,-105 37 0,161-40 0,36-16 0,0 0 0,-1 0 0,1 1 0,0-1 0,0 0 0,0 0 0,-1 0 0,1 0 0,0 1 0,0-1 0,0 0 0,0 0 0,0 0 0,-1 1 0,1-1 0,0 0 0,0 0 0,0 1 0,0-1 0,0 0 0,0 0 0,0 1 0,0-1 0,0 0 0,0 0 0,0 1 0,0-1 0,0 0 0,0 0 0,0 1 0,0-1 0,0 0 0,0 0 0,0 0 0,0 1 0,0-1 0,0 0 0,1 0 0,-1 1 0,0-1 0,0 0 0,0 0 0,0 0 0,1 1 0,-1-1 0,0 0 0,0 0 0,0 0 0,1 0 0,-1 0 0,0 1 0,0-1 0,0 0 0,1 0 0,-1 0 0,0 0 0,0 0 0,1 0 0,-1 0 0,0 0 0,0 0 0,1 0 0,-1 0 0,12 3 0,0-1 0,1 0 0,-1 0 0,1-1 0,20-2 0,-2 1 0,415-20 6,4-33-895,-346 40 375,1572-250 234,-1581 244 280,-72 12 0,-20 3 0,-36 0 0,-440 10 1675,464-6-1673,-104 7-1,-131 26 0,-111 40-521,253-51 142,-1174 304 199,1016-243 179,211-59 0,49-24-33,0 0 0,-1 0 0,1 1 0,-1-1 0,1 0 0,0 0 0,-1 0 1,1 1-1,-1-1 0,1 0 0,0 1 0,-1-1 0,1 0 0,0 1 0,0-1 0,-1 0 0,1 1 0,0-1 0,0 1 0,-1-1 0,1 0 0,0 1 0,0-1 0,0 1 0,0-1 0,0 1 1,0-1-1,0 1 0,0-1 0,0 1 0,0-1 0,0 0 0,0 1 0,0-1 0,0 1 0,14 6-5897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16:22:17.142"/>
    </inkml:context>
    <inkml:brush xml:id="br0">
      <inkml:brushProperty name="width" value="0.35" units="cm"/>
      <inkml:brushProperty name="height" value="0.35" units="cm"/>
      <inkml:brushProperty name="color" value="#938F99"/>
    </inkml:brush>
  </inkml:definitions>
  <inkml:trace contextRef="#ctx0" brushRef="#br0">1 207 24575,'25'2'0,"-1"1"0,1 0 0,0 2 0,-1 1 0,45 17 0,-1 0 0,-42-17 0,-1 0 0,1-2 0,46 2 0,82-8 0,-60-1 0,216 3 0,-347 2 0,-74 14 0,17-1 0,0-9 0,-23 3 0,102-7 0,0 1 0,1 0 0,0 2 0,-1-1 0,-23 13 0,3 0 0,-40 12 0,42-17 0,15-6 0,0-1 0,0 0 0,-1-2 0,-30 3 0,-73-5 0,114-3 0,15-4 0,15-3 0,42-11 0,119-19 0,-93 31 0,175 6 0,-124 5 0,-129-3 0,71 4 0,-75-3 0,1 1 0,-1 0 0,0 0 0,0 1 0,0 0 0,-1 0 0,15 9 0,1 0 0,0 0 0,1-2 0,0 0 0,39 9 0,24 9 0,-60-19 0,1 0 0,1-2 0,0-1 0,53 3 0,120-8 0,-114-2 0,-81 1 0,1 0 0,-1-1 0,1 1 0,-1-1 0,1-1 0,-1 0 0,0 0 0,13-5 0,-16 5 0,-1 0 0,0 0 0,0-1 0,0 1 0,-1-1 0,1 1 0,-1-1 0,1 0 0,-1 0 0,0 0 0,0 0 0,0-1 0,0 1 0,-1 0 0,1-1 0,-1 1 0,0-1 0,0 0 0,1-6 0,0-5 0,-1 0 0,-1 1 0,0-1 0,0 0 0,-1 0 0,-1 1 0,-1-1 0,0 1 0,-1 0 0,0 0 0,-1 0 0,-1 0 0,0 1 0,-14-22 0,14 25 0,-1-1 0,-1 2 0,0-1 0,0 1 0,-1 0 0,0 1 0,0 0 0,-1 0 0,0 1 0,0 0 0,-1 1 0,0 0 0,0 1 0,0 0 0,-1 0 0,1 2 0,-23-5 0,-12 3 0,1 3 0,-1 2 0,-68 8 0,-5 10 0,-45 4 0,60-17 0,-124-10 0,173-3 0,-93-24 0,101 19 0,-2 2 0,-86-8 0,100 19 0,27 1 0,0 0 0,1-1 0,-1 0 0,0-1 0,1 0 0,-1 0 0,1 0 0,-15-6 0,21 7 0,1 0 0,0 0 0,0 0 0,0 0 0,0 0 0,-1 0 0,1-1 0,0 1 0,0 0 0,0 0 0,0 0 0,0 0 0,0 0 0,0-1 0,-1 1 0,1 0 0,0 0 0,0 0 0,0 0 0,0-1 0,0 1 0,0 0 0,0 0 0,0 0 0,0-1 0,0 1 0,0 0 0,0 0 0,0 0 0,0 0 0,0-1 0,0 1 0,0 0 0,0 0 0,0 0 0,0-1 0,0 1 0,1 0 0,-1 0 0,0 0 0,0 0 0,0 0 0,0-1 0,0 1 0,0 0 0,1 0 0,-1 0 0,0 0 0,0 0 0,0 0 0,0-1 0,1 1 0,-1 0 0,0 0 0,0 0 0,0 0 0,0 0 0,1 0 0,-1 0 0,0 0 0,0 0 0,11-4 0,0 1 0,0 0 0,0 0 0,0 1 0,0 0 0,0 1 0,22 1 0,-6-1 0,398-4 0,-271 6 0,-107 1 0,81 16 0,-11-1 0,-107-17 0,0 2 0,0-1 0,0 1 0,0 1 0,0-1 0,11 7 0,-18-8 0,-1 0 0,0 0 0,0 1 0,0-1 0,0 1 0,0-1 0,0 1 0,0 0 0,0 0 0,0 0 0,-1 0 0,1 0 0,-1 0 0,0 0 0,1 1 0,-1-1 0,0 1 0,0-1 0,-1 0 0,1 1 0,0-1 0,-1 1 0,0 0 0,1-1 0,-1 1 0,0-1 0,0 1 0,-1 0 0,1-1 0,-1 3 0,-1 3 0,0 0 0,-1-1 0,0 0 0,-1 1 0,1-1 0,-1-1 0,0 1 0,-1 0 0,0-1 0,-9 10 0,-10 8 0,-30 23 0,47-41 0,-33 24 0,-1-1 0,-2-2 0,-47 21 0,85-44 0,-1-1 0,1-1 0,0 1 0,-1-1 0,1 0 0,-1 0 0,0-1 0,1 0 0,-1 0 0,0 0 0,0 0 0,0-1 0,-8-1 0,14 1 0,0 0 0,-1 0 0,1 0 0,0 0 0,0 0 0,-1 0 0,1 0 0,0 0 0,0 0 0,-1 0 0,1-1 0,0 1 0,0 0 0,0 0 0,-1 0 0,1 0 0,0 0 0,0-1 0,0 1 0,0 0 0,-1 0 0,1 0 0,0-1 0,0 1 0,0 0 0,0 0 0,0-1 0,0 1 0,0 0 0,0 0 0,0-1 0,0 1 0,0 0 0,0 0 0,0-1 0,0 1 0,0 0 0,0 0 0,0-1 0,0 1 0,0 0 0,9-12 0,16-6 0,199-67 0,-131 53 0,-52 20 0,0 1 0,1 3 0,0 1 0,74-1 0,-74 5 0,86-14 0,10-1 0,-104 14 163,61-14-1,4-1-1852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16:22:38.061"/>
    </inkml:context>
    <inkml:brush xml:id="br0">
      <inkml:brushProperty name="width" value="0.025" units="cm"/>
      <inkml:brushProperty name="height" value="0.025" units="cm"/>
      <inkml:brushProperty name="color" value="#938F99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10" Type="http://schemas.openxmlformats.org/officeDocument/2006/relationships/customXml" Target="../ink/ink2.xml"/><Relationship Id="rId4" Type="http://schemas.openxmlformats.org/officeDocument/2006/relationships/image" Target="../media/image7.png"/><Relationship Id="rId9" Type="http://schemas.openxmlformats.org/officeDocument/2006/relationships/image" Target="../media/image80.png"/><Relationship Id="rId1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2448966"/>
            <a:ext cx="12537322" cy="6460559"/>
          </a:xfrm>
          <a:custGeom>
            <a:avLst/>
            <a:gdLst/>
            <a:ahLst/>
            <a:cxnLst/>
            <a:rect l="l" t="t" r="r" b="b"/>
            <a:pathLst>
              <a:path w="12537322" h="6460559" extrusionOk="0">
                <a:moveTo>
                  <a:pt x="0" y="0"/>
                </a:moveTo>
                <a:lnTo>
                  <a:pt x="12537322" y="0"/>
                </a:lnTo>
                <a:lnTo>
                  <a:pt x="12537322" y="6460559"/>
                </a:lnTo>
                <a:lnTo>
                  <a:pt x="0" y="64605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550500" y="-499285"/>
            <a:ext cx="2290342" cy="2252864"/>
          </a:xfrm>
          <a:custGeom>
            <a:avLst/>
            <a:gdLst/>
            <a:ahLst/>
            <a:cxnLst/>
            <a:rect l="l" t="t" r="r" b="b"/>
            <a:pathLst>
              <a:path w="2290342" h="2252864" extrusionOk="0">
                <a:moveTo>
                  <a:pt x="0" y="0"/>
                </a:moveTo>
                <a:lnTo>
                  <a:pt x="2290343" y="0"/>
                </a:lnTo>
                <a:lnTo>
                  <a:pt x="2290343" y="2252864"/>
                </a:lnTo>
                <a:lnTo>
                  <a:pt x="0" y="225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3442762" y="388430"/>
            <a:ext cx="1958265" cy="833079"/>
          </a:xfrm>
          <a:custGeom>
            <a:avLst/>
            <a:gdLst/>
            <a:ahLst/>
            <a:cxnLst/>
            <a:rect l="l" t="t" r="r" b="b"/>
            <a:pathLst>
              <a:path w="1958265" h="833079" extrusionOk="0">
                <a:moveTo>
                  <a:pt x="0" y="0"/>
                </a:moveTo>
                <a:lnTo>
                  <a:pt x="1958265" y="0"/>
                </a:lnTo>
                <a:lnTo>
                  <a:pt x="1958265" y="833079"/>
                </a:lnTo>
                <a:lnTo>
                  <a:pt x="0" y="833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853789" y="3519413"/>
            <a:ext cx="10424479" cy="2509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50" dirty="0" err="1">
                <a:solidFill>
                  <a:srgbClr val="F5EFE7"/>
                </a:solidFill>
                <a:latin typeface="Anton"/>
                <a:sym typeface="Anton"/>
              </a:rPr>
              <a:t>QuickPrint</a:t>
            </a:r>
            <a:endParaRPr dirty="0"/>
          </a:p>
        </p:txBody>
      </p:sp>
      <p:sp>
        <p:nvSpPr>
          <p:cNvPr id="88" name="Google Shape;88;p1"/>
          <p:cNvSpPr/>
          <p:nvPr/>
        </p:nvSpPr>
        <p:spPr>
          <a:xfrm rot="-7783859">
            <a:off x="10627729" y="-1283235"/>
            <a:ext cx="10175802" cy="19808210"/>
          </a:xfrm>
          <a:custGeom>
            <a:avLst/>
            <a:gdLst/>
            <a:ahLst/>
            <a:cxnLst/>
            <a:rect l="l" t="t" r="r" b="b"/>
            <a:pathLst>
              <a:path w="2680048" h="5216980" extrusionOk="0">
                <a:moveTo>
                  <a:pt x="0" y="0"/>
                </a:moveTo>
                <a:lnTo>
                  <a:pt x="2680048" y="0"/>
                </a:lnTo>
                <a:lnTo>
                  <a:pt x="2680048" y="5216980"/>
                </a:lnTo>
                <a:lnTo>
                  <a:pt x="0" y="5216980"/>
                </a:lnTo>
                <a:close/>
              </a:path>
            </a:pathLst>
          </a:custGeom>
          <a:solidFill>
            <a:srgbClr val="F5EFE7"/>
          </a:solid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 rot="-7783859">
            <a:off x="10572103" y="-1309333"/>
            <a:ext cx="10175802" cy="19952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5697862" y="388430"/>
            <a:ext cx="1561438" cy="822592"/>
          </a:xfrm>
          <a:custGeom>
            <a:avLst/>
            <a:gdLst/>
            <a:ahLst/>
            <a:cxnLst/>
            <a:rect l="l" t="t" r="r" b="b"/>
            <a:pathLst>
              <a:path w="1561438" h="822592" extrusionOk="0">
                <a:moveTo>
                  <a:pt x="0" y="0"/>
                </a:moveTo>
                <a:lnTo>
                  <a:pt x="1561438" y="0"/>
                </a:lnTo>
                <a:lnTo>
                  <a:pt x="1561438" y="822592"/>
                </a:lnTo>
                <a:lnTo>
                  <a:pt x="0" y="82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41305" b="-48509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 flipH="1">
            <a:off x="15152713" y="6697663"/>
            <a:ext cx="2651712" cy="2651712"/>
          </a:xfrm>
          <a:custGeom>
            <a:avLst/>
            <a:gdLst/>
            <a:ahLst/>
            <a:cxnLst/>
            <a:rect l="l" t="t" r="r" b="b"/>
            <a:pathLst>
              <a:path w="2651712" h="2651712" extrusionOk="0">
                <a:moveTo>
                  <a:pt x="2651712" y="0"/>
                </a:moveTo>
                <a:lnTo>
                  <a:pt x="0" y="0"/>
                </a:lnTo>
                <a:lnTo>
                  <a:pt x="0" y="2651712"/>
                </a:lnTo>
                <a:lnTo>
                  <a:pt x="2651712" y="2651712"/>
                </a:lnTo>
                <a:lnTo>
                  <a:pt x="2651712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853800" y="5378275"/>
            <a:ext cx="14603700" cy="121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5EFE7"/>
                </a:solidFill>
                <a:latin typeface="Anton"/>
                <a:ea typeface="Anton"/>
                <a:cs typeface="Anton"/>
                <a:sym typeface="Anton"/>
              </a:rPr>
              <a:t>TEAM NAME : CODETECH</a:t>
            </a:r>
            <a:endParaRPr sz="4800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3A0E41-AF0A-EAD3-C41A-1A6B845EE5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1094" y="48621"/>
            <a:ext cx="994924" cy="14081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-550500" y="-499285"/>
            <a:ext cx="2290342" cy="2252864"/>
          </a:xfrm>
          <a:custGeom>
            <a:avLst/>
            <a:gdLst/>
            <a:ahLst/>
            <a:cxnLst/>
            <a:rect l="l" t="t" r="r" b="b"/>
            <a:pathLst>
              <a:path w="2290342" h="2252864" extrusionOk="0">
                <a:moveTo>
                  <a:pt x="0" y="0"/>
                </a:moveTo>
                <a:lnTo>
                  <a:pt x="2290343" y="0"/>
                </a:lnTo>
                <a:lnTo>
                  <a:pt x="2290343" y="2252864"/>
                </a:lnTo>
                <a:lnTo>
                  <a:pt x="0" y="225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594672" y="1938908"/>
            <a:ext cx="17016210" cy="7722261"/>
            <a:chOff x="0" y="-38100"/>
            <a:chExt cx="4481606" cy="2033833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4481606" cy="1995733"/>
            </a:xfrm>
            <a:custGeom>
              <a:avLst/>
              <a:gdLst/>
              <a:ahLst/>
              <a:cxnLst/>
              <a:rect l="l" t="t" r="r" b="b"/>
              <a:pathLst>
                <a:path w="4481606" h="1995733" extrusionOk="0">
                  <a:moveTo>
                    <a:pt x="23204" y="0"/>
                  </a:moveTo>
                  <a:lnTo>
                    <a:pt x="4458402" y="0"/>
                  </a:lnTo>
                  <a:cubicBezTo>
                    <a:pt x="4471217" y="0"/>
                    <a:pt x="4481606" y="10389"/>
                    <a:pt x="4481606" y="23204"/>
                  </a:cubicBezTo>
                  <a:lnTo>
                    <a:pt x="4481606" y="1972529"/>
                  </a:lnTo>
                  <a:cubicBezTo>
                    <a:pt x="4481606" y="1985344"/>
                    <a:pt x="4471217" y="1995733"/>
                    <a:pt x="4458402" y="1995733"/>
                  </a:cubicBezTo>
                  <a:lnTo>
                    <a:pt x="23204" y="1995733"/>
                  </a:lnTo>
                  <a:cubicBezTo>
                    <a:pt x="10389" y="1995733"/>
                    <a:pt x="0" y="1985344"/>
                    <a:pt x="0" y="1972529"/>
                  </a:cubicBezTo>
                  <a:lnTo>
                    <a:pt x="0" y="23204"/>
                  </a:lnTo>
                  <a:cubicBezTo>
                    <a:pt x="0" y="10389"/>
                    <a:pt x="10389" y="0"/>
                    <a:pt x="23204" y="0"/>
                  </a:cubicBezTo>
                  <a:close/>
                </a:path>
              </a:pathLst>
            </a:custGeom>
            <a:solidFill>
              <a:srgbClr val="F5EFE7">
                <a:alpha val="8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38100"/>
              <a:ext cx="4481606" cy="2033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r>
                <a:rPr lang="en-US" sz="4000" dirty="0"/>
                <a:t>Local print shops struggle to attract customers beyond walk-ins because most lack an online presence, instant price quoting, or order tracking.</a:t>
              </a:r>
            </a:p>
            <a:p>
              <a:r>
                <a:rPr lang="en-US" sz="4000" dirty="0"/>
                <a:t>Customers, on the other hand, face inconvenience — they have to physically visit multiple shops, compare prices manually, and often wait without knowing the order status.</a:t>
              </a:r>
            </a:p>
            <a:p>
              <a:r>
                <a:rPr lang="en-US" sz="4000" dirty="0"/>
                <a:t>There is no single platform that connects customers to multiple verified local print shops, offers instant service discovery, and provides a transparent, hassle-free ordering experience.</a:t>
              </a:r>
            </a:p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2448118" y="247456"/>
            <a:ext cx="13391764" cy="154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 dirty="0">
                <a:solidFill>
                  <a:srgbClr val="F5EFE7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  <a:endParaRPr dirty="0"/>
          </a:p>
        </p:txBody>
      </p:sp>
      <p:sp>
        <p:nvSpPr>
          <p:cNvPr id="102" name="Google Shape;102;p2"/>
          <p:cNvSpPr/>
          <p:nvPr/>
        </p:nvSpPr>
        <p:spPr>
          <a:xfrm>
            <a:off x="14088310" y="271638"/>
            <a:ext cx="1958265" cy="833079"/>
          </a:xfrm>
          <a:custGeom>
            <a:avLst/>
            <a:gdLst/>
            <a:ahLst/>
            <a:cxnLst/>
            <a:rect l="l" t="t" r="r" b="b"/>
            <a:pathLst>
              <a:path w="1958265" h="833079" extrusionOk="0">
                <a:moveTo>
                  <a:pt x="0" y="0"/>
                </a:moveTo>
                <a:lnTo>
                  <a:pt x="1958265" y="0"/>
                </a:lnTo>
                <a:lnTo>
                  <a:pt x="1958265" y="833079"/>
                </a:lnTo>
                <a:lnTo>
                  <a:pt x="0" y="833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6343409" y="271638"/>
            <a:ext cx="1561438" cy="822592"/>
          </a:xfrm>
          <a:custGeom>
            <a:avLst/>
            <a:gdLst/>
            <a:ahLst/>
            <a:cxnLst/>
            <a:rect l="l" t="t" r="r" b="b"/>
            <a:pathLst>
              <a:path w="1561438" h="822592" extrusionOk="0">
                <a:moveTo>
                  <a:pt x="0" y="0"/>
                </a:moveTo>
                <a:lnTo>
                  <a:pt x="1561439" y="0"/>
                </a:lnTo>
                <a:lnTo>
                  <a:pt x="1561439" y="822592"/>
                </a:lnTo>
                <a:lnTo>
                  <a:pt x="0" y="82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41305" b="-48509"/>
            </a:stretch>
          </a:blipFill>
          <a:ln>
            <a:noFill/>
          </a:ln>
        </p:spPr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122124-9EAB-C632-9004-7CADFE707A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0656" y="108431"/>
            <a:ext cx="994924" cy="14081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-550500" y="-499285"/>
            <a:ext cx="2290342" cy="2252864"/>
          </a:xfrm>
          <a:custGeom>
            <a:avLst/>
            <a:gdLst/>
            <a:ahLst/>
            <a:cxnLst/>
            <a:rect l="l" t="t" r="r" b="b"/>
            <a:pathLst>
              <a:path w="2290342" h="2252864" extrusionOk="0">
                <a:moveTo>
                  <a:pt x="0" y="0"/>
                </a:moveTo>
                <a:lnTo>
                  <a:pt x="2290343" y="0"/>
                </a:lnTo>
                <a:lnTo>
                  <a:pt x="2290343" y="2252864"/>
                </a:lnTo>
                <a:lnTo>
                  <a:pt x="0" y="225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9" name="Google Shape;109;p3"/>
          <p:cNvGrpSpPr/>
          <p:nvPr/>
        </p:nvGrpSpPr>
        <p:grpSpPr>
          <a:xfrm>
            <a:off x="594672" y="-819042"/>
            <a:ext cx="17016097" cy="10480159"/>
            <a:chOff x="0" y="-764474"/>
            <a:chExt cx="4481606" cy="2760207"/>
          </a:xfrm>
        </p:grpSpPr>
        <p:sp>
          <p:nvSpPr>
            <p:cNvPr id="110" name="Google Shape;110;p3"/>
            <p:cNvSpPr/>
            <p:nvPr/>
          </p:nvSpPr>
          <p:spPr>
            <a:xfrm>
              <a:off x="0" y="0"/>
              <a:ext cx="4481606" cy="1995733"/>
            </a:xfrm>
            <a:custGeom>
              <a:avLst/>
              <a:gdLst/>
              <a:ahLst/>
              <a:cxnLst/>
              <a:rect l="l" t="t" r="r" b="b"/>
              <a:pathLst>
                <a:path w="4481606" h="1995733" extrusionOk="0">
                  <a:moveTo>
                    <a:pt x="23204" y="0"/>
                  </a:moveTo>
                  <a:lnTo>
                    <a:pt x="4458402" y="0"/>
                  </a:lnTo>
                  <a:cubicBezTo>
                    <a:pt x="4471217" y="0"/>
                    <a:pt x="4481606" y="10389"/>
                    <a:pt x="4481606" y="23204"/>
                  </a:cubicBezTo>
                  <a:lnTo>
                    <a:pt x="4481606" y="1972529"/>
                  </a:lnTo>
                  <a:cubicBezTo>
                    <a:pt x="4481606" y="1985344"/>
                    <a:pt x="4471217" y="1995733"/>
                    <a:pt x="4458402" y="1995733"/>
                  </a:cubicBezTo>
                  <a:lnTo>
                    <a:pt x="23204" y="1995733"/>
                  </a:lnTo>
                  <a:cubicBezTo>
                    <a:pt x="10389" y="1995733"/>
                    <a:pt x="0" y="1985344"/>
                    <a:pt x="0" y="1972529"/>
                  </a:cubicBezTo>
                  <a:lnTo>
                    <a:pt x="0" y="23204"/>
                  </a:lnTo>
                  <a:cubicBezTo>
                    <a:pt x="0" y="10389"/>
                    <a:pt x="10389" y="0"/>
                    <a:pt x="23204" y="0"/>
                  </a:cubicBezTo>
                  <a:close/>
                </a:path>
              </a:pathLst>
            </a:custGeom>
            <a:solidFill>
              <a:srgbClr val="F5EFE7">
                <a:alpha val="8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0" y="-764474"/>
              <a:ext cx="4481606" cy="2033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r>
                <a:rPr lang="en-US" sz="2400" dirty="0"/>
                <a:t>We are building a </a:t>
              </a:r>
              <a:r>
                <a:rPr lang="en-US" sz="2400" b="1" dirty="0"/>
                <a:t>multi-vendor online printing marketplace</a:t>
              </a:r>
              <a:r>
                <a:rPr lang="en-US" sz="2400" dirty="0"/>
                <a:t> — a one-stop platform where customers can find, compare, and order from multiple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3"/>
          <p:cNvSpPr txBox="1"/>
          <p:nvPr/>
        </p:nvSpPr>
        <p:spPr>
          <a:xfrm>
            <a:off x="2448118" y="247456"/>
            <a:ext cx="13391764" cy="154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5EFE7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14088310" y="271638"/>
            <a:ext cx="1958265" cy="833079"/>
          </a:xfrm>
          <a:custGeom>
            <a:avLst/>
            <a:gdLst/>
            <a:ahLst/>
            <a:cxnLst/>
            <a:rect l="l" t="t" r="r" b="b"/>
            <a:pathLst>
              <a:path w="1958265" h="833079" extrusionOk="0">
                <a:moveTo>
                  <a:pt x="0" y="0"/>
                </a:moveTo>
                <a:lnTo>
                  <a:pt x="1958265" y="0"/>
                </a:lnTo>
                <a:lnTo>
                  <a:pt x="1958265" y="833079"/>
                </a:lnTo>
                <a:lnTo>
                  <a:pt x="0" y="833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p3"/>
          <p:cNvSpPr/>
          <p:nvPr/>
        </p:nvSpPr>
        <p:spPr>
          <a:xfrm>
            <a:off x="16343409" y="271638"/>
            <a:ext cx="1561438" cy="822592"/>
          </a:xfrm>
          <a:custGeom>
            <a:avLst/>
            <a:gdLst/>
            <a:ahLst/>
            <a:cxnLst/>
            <a:rect l="l" t="t" r="r" b="b"/>
            <a:pathLst>
              <a:path w="1561438" h="822592" extrusionOk="0">
                <a:moveTo>
                  <a:pt x="0" y="0"/>
                </a:moveTo>
                <a:lnTo>
                  <a:pt x="1561439" y="0"/>
                </a:lnTo>
                <a:lnTo>
                  <a:pt x="1561439" y="822592"/>
                </a:lnTo>
                <a:lnTo>
                  <a:pt x="0" y="82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41305" b="-48509"/>
            </a:stretch>
          </a:blipFill>
          <a:ln>
            <a:noFill/>
          </a:ln>
        </p:spPr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4C7383-22CA-5C5C-508D-81A7118AC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518493"/>
              </p:ext>
            </p:extLst>
          </p:nvPr>
        </p:nvGraphicFramePr>
        <p:xfrm>
          <a:off x="1106128" y="3628103"/>
          <a:ext cx="15367820" cy="51619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628141">
                  <a:extLst>
                    <a:ext uri="{9D8B030D-6E8A-4147-A177-3AD203B41FA5}">
                      <a16:colId xmlns:a16="http://schemas.microsoft.com/office/drawing/2014/main" val="1689531657"/>
                    </a:ext>
                  </a:extLst>
                </a:gridCol>
                <a:gridCol w="7739679">
                  <a:extLst>
                    <a:ext uri="{9D8B030D-6E8A-4147-A177-3AD203B41FA5}">
                      <a16:colId xmlns:a16="http://schemas.microsoft.com/office/drawing/2014/main" val="3654323316"/>
                    </a:ext>
                  </a:extLst>
                </a:gridCol>
              </a:tblGrid>
              <a:tr h="712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bg2"/>
                          </a:solidFill>
                        </a:rPr>
                        <a:t>                    For Customers</a:t>
                      </a:r>
                      <a:r>
                        <a:rPr lang="en-IN" sz="2800" dirty="0">
                          <a:solidFill>
                            <a:schemeClr val="bg2"/>
                          </a:solidFill>
                        </a:rPr>
                        <a:t> 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bg2"/>
                          </a:solidFill>
                        </a:rPr>
                        <a:t>                      </a:t>
                      </a:r>
                      <a:r>
                        <a:rPr lang="en-IN" sz="2800" b="1" dirty="0">
                          <a:solidFill>
                            <a:schemeClr val="bg2"/>
                          </a:solidFill>
                        </a:rPr>
                        <a:t>      For Vendors</a:t>
                      </a:r>
                      <a:r>
                        <a:rPr lang="en-IN" sz="2800" dirty="0">
                          <a:solidFill>
                            <a:schemeClr val="bg2"/>
                          </a:solidFill>
                        </a:rPr>
                        <a:t> 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01375"/>
                  </a:ext>
                </a:extLst>
              </a:tr>
              <a:tr h="889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🔍 </a:t>
                      </a:r>
                      <a:r>
                        <a:rPr lang="en-US" sz="2400" b="1" u="sng" dirty="0"/>
                        <a:t>Find &amp; compare</a:t>
                      </a:r>
                      <a:r>
                        <a:rPr lang="en-US" sz="2400" u="sng" dirty="0"/>
                        <a:t> </a:t>
                      </a:r>
                      <a:r>
                        <a:rPr lang="en-US" sz="2400" dirty="0"/>
                        <a:t>verified print shops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📋 </a:t>
                      </a:r>
                      <a:r>
                        <a:rPr lang="en-IN" sz="2400" b="1" u="sng" dirty="0"/>
                        <a:t>Manage orders</a:t>
                      </a:r>
                      <a:r>
                        <a:rPr lang="en-IN" sz="2400" u="sng" dirty="0"/>
                        <a:t> </a:t>
                      </a:r>
                      <a:r>
                        <a:rPr lang="en-IN" sz="2400" dirty="0"/>
                        <a:t>via vendor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833804"/>
                  </a:ext>
                </a:extLst>
              </a:tr>
              <a:tr h="8898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📂 </a:t>
                      </a:r>
                      <a:r>
                        <a:rPr lang="en-US" sz="2400" b="1" u="sng" dirty="0"/>
                        <a:t>Browse services</a:t>
                      </a:r>
                      <a:r>
                        <a:rPr lang="en-US" sz="2400" u="sng" dirty="0"/>
                        <a:t> </a:t>
                      </a:r>
                      <a:r>
                        <a:rPr lang="en-US" sz="2400" dirty="0"/>
                        <a:t>&amp; upload files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⚙ </a:t>
                      </a:r>
                      <a:r>
                        <a:rPr lang="en-US" sz="2400" b="1" u="sng" dirty="0"/>
                        <a:t>Update status &amp; set pricing</a:t>
                      </a:r>
                      <a:r>
                        <a:rPr lang="en-US" sz="2400" u="sng" dirty="0"/>
                        <a:t> </a:t>
                      </a:r>
                      <a:r>
                        <a:rPr lang="en-US" sz="2400" dirty="0"/>
                        <a:t>easily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03062"/>
                  </a:ext>
                </a:extLst>
              </a:tr>
              <a:tr h="889819">
                <a:tc>
                  <a:txBody>
                    <a:bodyPr/>
                    <a:lstStyle/>
                    <a:p>
                      <a:r>
                        <a:rPr lang="en-US" sz="2400" dirty="0"/>
                        <a:t>💰 </a:t>
                      </a:r>
                      <a:r>
                        <a:rPr lang="en-US" sz="2400" b="1" u="sng" dirty="0"/>
                        <a:t>Get instant</a:t>
                      </a:r>
                      <a:r>
                        <a:rPr lang="en-US" sz="2400" u="sng" dirty="0"/>
                        <a:t> </a:t>
                      </a:r>
                      <a:r>
                        <a:rPr lang="en-US" sz="2400" dirty="0"/>
                        <a:t>automated pricing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🖥 </a:t>
                      </a:r>
                      <a:r>
                        <a:rPr lang="en-US" sz="2400" b="1" u="sng" dirty="0"/>
                        <a:t>No technical skills</a:t>
                      </a:r>
                      <a:r>
                        <a:rPr lang="en-US" sz="2400" u="sng" dirty="0"/>
                        <a:t> </a:t>
                      </a:r>
                      <a:r>
                        <a:rPr lang="en-US" sz="2400" dirty="0"/>
                        <a:t>required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696864"/>
                  </a:ext>
                </a:extLst>
              </a:tr>
              <a:tr h="889819">
                <a:tc>
                  <a:txBody>
                    <a:bodyPr/>
                    <a:lstStyle/>
                    <a:p>
                      <a:r>
                        <a:rPr lang="en-US" sz="2400" dirty="0"/>
                        <a:t>📦 </a:t>
                      </a:r>
                      <a:r>
                        <a:rPr lang="en-US" sz="2400" b="1" u="sng" dirty="0"/>
                        <a:t>Track orders</a:t>
                      </a:r>
                      <a:r>
                        <a:rPr lang="en-US" sz="2400" u="sng" dirty="0"/>
                        <a:t> </a:t>
                      </a:r>
                      <a:r>
                        <a:rPr lang="en-US" sz="2400" dirty="0"/>
                        <a:t>in real time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📢</a:t>
                      </a:r>
                      <a:r>
                        <a:rPr lang="en-US" sz="2400" u="sng" dirty="0"/>
                        <a:t> </a:t>
                      </a:r>
                      <a:r>
                        <a:rPr lang="en-US" sz="2400" b="1" u="sng" dirty="0"/>
                        <a:t>Increase visibility</a:t>
                      </a:r>
                      <a:r>
                        <a:rPr lang="en-US" sz="2400" u="sng" dirty="0"/>
                        <a:t> </a:t>
                      </a:r>
                      <a:r>
                        <a:rPr lang="en-US" sz="2400" dirty="0"/>
                        <a:t>with premium listings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038751"/>
                  </a:ext>
                </a:extLst>
              </a:tr>
              <a:tr h="889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💳 </a:t>
                      </a:r>
                      <a:r>
                        <a:rPr lang="en-US" sz="2400" b="1" u="sng" dirty="0"/>
                        <a:t>Pay directly</a:t>
                      </a:r>
                      <a:r>
                        <a:rPr lang="en-US" sz="2400" u="sng" dirty="0"/>
                        <a:t> </a:t>
                      </a:r>
                      <a:r>
                        <a:rPr lang="en-US" sz="2400" dirty="0"/>
                        <a:t>to the shop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📊 </a:t>
                      </a:r>
                      <a:r>
                        <a:rPr lang="en-US" sz="2400" b="1" u="sng" dirty="0"/>
                        <a:t>Access analytics</a:t>
                      </a:r>
                      <a:r>
                        <a:rPr lang="en-US" sz="2400" u="sng" dirty="0"/>
                        <a:t> </a:t>
                      </a:r>
                      <a:r>
                        <a:rPr lang="en-US" sz="2400" dirty="0"/>
                        <a:t>&amp; subscription perks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91111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5C88E7D-088E-9839-21F8-470799721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591" y="166083"/>
            <a:ext cx="994924" cy="14081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-550500" y="-499285"/>
            <a:ext cx="2290342" cy="2252864"/>
          </a:xfrm>
          <a:custGeom>
            <a:avLst/>
            <a:gdLst/>
            <a:ahLst/>
            <a:cxnLst/>
            <a:rect l="l" t="t" r="r" b="b"/>
            <a:pathLst>
              <a:path w="2290342" h="2252864" extrusionOk="0">
                <a:moveTo>
                  <a:pt x="0" y="0"/>
                </a:moveTo>
                <a:lnTo>
                  <a:pt x="2290343" y="0"/>
                </a:lnTo>
                <a:lnTo>
                  <a:pt x="2290343" y="2252864"/>
                </a:lnTo>
                <a:lnTo>
                  <a:pt x="0" y="225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 flipH="1">
            <a:off x="16214522" y="8197444"/>
            <a:ext cx="2089556" cy="2089556"/>
          </a:xfrm>
          <a:custGeom>
            <a:avLst/>
            <a:gdLst/>
            <a:ahLst/>
            <a:cxnLst/>
            <a:rect l="l" t="t" r="r" b="b"/>
            <a:pathLst>
              <a:path w="2089556" h="2089556" extrusionOk="0">
                <a:moveTo>
                  <a:pt x="2089556" y="0"/>
                </a:moveTo>
                <a:lnTo>
                  <a:pt x="0" y="0"/>
                </a:lnTo>
                <a:lnTo>
                  <a:pt x="0" y="2089556"/>
                </a:lnTo>
                <a:lnTo>
                  <a:pt x="2089556" y="2089556"/>
                </a:lnTo>
                <a:lnTo>
                  <a:pt x="208955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21" name="Google Shape;121;p4"/>
          <p:cNvGrpSpPr/>
          <p:nvPr/>
        </p:nvGrpSpPr>
        <p:grpSpPr>
          <a:xfrm>
            <a:off x="594672" y="1938909"/>
            <a:ext cx="17016097" cy="7722208"/>
            <a:chOff x="0" y="-38100"/>
            <a:chExt cx="4481606" cy="2033833"/>
          </a:xfrm>
        </p:grpSpPr>
        <p:sp>
          <p:nvSpPr>
            <p:cNvPr id="122" name="Google Shape;122;p4"/>
            <p:cNvSpPr/>
            <p:nvPr/>
          </p:nvSpPr>
          <p:spPr>
            <a:xfrm>
              <a:off x="0" y="0"/>
              <a:ext cx="4481606" cy="1995733"/>
            </a:xfrm>
            <a:custGeom>
              <a:avLst/>
              <a:gdLst/>
              <a:ahLst/>
              <a:cxnLst/>
              <a:rect l="l" t="t" r="r" b="b"/>
              <a:pathLst>
                <a:path w="4481606" h="1995733" extrusionOk="0">
                  <a:moveTo>
                    <a:pt x="23204" y="0"/>
                  </a:moveTo>
                  <a:lnTo>
                    <a:pt x="4458402" y="0"/>
                  </a:lnTo>
                  <a:cubicBezTo>
                    <a:pt x="4471217" y="0"/>
                    <a:pt x="4481606" y="10389"/>
                    <a:pt x="4481606" y="23204"/>
                  </a:cubicBezTo>
                  <a:lnTo>
                    <a:pt x="4481606" y="1972529"/>
                  </a:lnTo>
                  <a:cubicBezTo>
                    <a:pt x="4481606" y="1985344"/>
                    <a:pt x="4471217" y="1995733"/>
                    <a:pt x="4458402" y="1995733"/>
                  </a:cubicBezTo>
                  <a:lnTo>
                    <a:pt x="23204" y="1995733"/>
                  </a:lnTo>
                  <a:cubicBezTo>
                    <a:pt x="10389" y="1995733"/>
                    <a:pt x="0" y="1985344"/>
                    <a:pt x="0" y="1972529"/>
                  </a:cubicBezTo>
                  <a:lnTo>
                    <a:pt x="0" y="23204"/>
                  </a:lnTo>
                  <a:cubicBezTo>
                    <a:pt x="0" y="10389"/>
                    <a:pt x="10389" y="0"/>
                    <a:pt x="23204" y="0"/>
                  </a:cubicBezTo>
                  <a:close/>
                </a:path>
              </a:pathLst>
            </a:custGeom>
            <a:solidFill>
              <a:srgbClr val="F5EFE7">
                <a:alpha val="8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0" y="-38100"/>
              <a:ext cx="4481606" cy="2033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4"/>
          <p:cNvSpPr txBox="1"/>
          <p:nvPr/>
        </p:nvSpPr>
        <p:spPr>
          <a:xfrm>
            <a:off x="2448118" y="247456"/>
            <a:ext cx="13391764" cy="154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 dirty="0">
                <a:solidFill>
                  <a:srgbClr val="F5EFE7"/>
                </a:solidFill>
                <a:latin typeface="Anton"/>
                <a:ea typeface="Anton"/>
                <a:cs typeface="Anton"/>
                <a:sym typeface="Anton"/>
              </a:rPr>
              <a:t>TARGET MARKET</a:t>
            </a:r>
            <a:endParaRPr dirty="0"/>
          </a:p>
        </p:txBody>
      </p:sp>
      <p:sp>
        <p:nvSpPr>
          <p:cNvPr id="125" name="Google Shape;125;p4"/>
          <p:cNvSpPr/>
          <p:nvPr/>
        </p:nvSpPr>
        <p:spPr>
          <a:xfrm>
            <a:off x="14088310" y="271638"/>
            <a:ext cx="1958265" cy="833079"/>
          </a:xfrm>
          <a:custGeom>
            <a:avLst/>
            <a:gdLst/>
            <a:ahLst/>
            <a:cxnLst/>
            <a:rect l="l" t="t" r="r" b="b"/>
            <a:pathLst>
              <a:path w="1958265" h="833079" extrusionOk="0">
                <a:moveTo>
                  <a:pt x="0" y="0"/>
                </a:moveTo>
                <a:lnTo>
                  <a:pt x="1958265" y="0"/>
                </a:lnTo>
                <a:lnTo>
                  <a:pt x="1958265" y="833079"/>
                </a:lnTo>
                <a:lnTo>
                  <a:pt x="0" y="833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16343409" y="271638"/>
            <a:ext cx="1561438" cy="822592"/>
          </a:xfrm>
          <a:custGeom>
            <a:avLst/>
            <a:gdLst/>
            <a:ahLst/>
            <a:cxnLst/>
            <a:rect l="l" t="t" r="r" b="b"/>
            <a:pathLst>
              <a:path w="1561438" h="822592" extrusionOk="0">
                <a:moveTo>
                  <a:pt x="0" y="0"/>
                </a:moveTo>
                <a:lnTo>
                  <a:pt x="1561439" y="0"/>
                </a:lnTo>
                <a:lnTo>
                  <a:pt x="1561439" y="822592"/>
                </a:lnTo>
                <a:lnTo>
                  <a:pt x="0" y="82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41305" b="-48509"/>
            </a:stretch>
          </a:blipFill>
          <a:ln>
            <a:noFill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965DA8-0A99-F51D-A317-BF59FC1EBF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672" y="1938910"/>
            <a:ext cx="17016096" cy="81006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60DBA12-4305-8269-8745-759A2089CD7E}"/>
                  </a:ext>
                </a:extLst>
              </p14:cNvPr>
              <p14:cNvContentPartPr/>
              <p14:nvPr/>
            </p14:nvContentPartPr>
            <p14:xfrm>
              <a:off x="16385655" y="9452764"/>
              <a:ext cx="517680" cy="120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60DBA12-4305-8269-8745-759A2089CD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379535" y="9446644"/>
                <a:ext cx="52992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5B6267E-E3F1-B420-1788-7EB087FD442B}"/>
                  </a:ext>
                </a:extLst>
              </p14:cNvPr>
              <p14:cNvContentPartPr/>
              <p14:nvPr/>
            </p14:nvContentPartPr>
            <p14:xfrm>
              <a:off x="15999015" y="9538804"/>
              <a:ext cx="1427760" cy="371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5B6267E-E3F1-B420-1788-7EB087FD442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992895" y="9532684"/>
                <a:ext cx="144000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941EAB6-838D-D7A5-41BE-F106429D7B4A}"/>
                  </a:ext>
                </a:extLst>
              </p14:cNvPr>
              <p14:cNvContentPartPr/>
              <p14:nvPr/>
            </p14:nvContentPartPr>
            <p14:xfrm>
              <a:off x="16341015" y="9541324"/>
              <a:ext cx="718560" cy="193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941EAB6-838D-D7A5-41BE-F106429D7B4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278375" y="9478684"/>
                <a:ext cx="8442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272E3E8-0A7C-F540-516D-EA1B027E3A96}"/>
                  </a:ext>
                </a:extLst>
              </p14:cNvPr>
              <p14:cNvContentPartPr/>
              <p14:nvPr/>
            </p14:nvContentPartPr>
            <p14:xfrm>
              <a:off x="-1563225" y="9718804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272E3E8-0A7C-F540-516D-EA1B027E3A9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1567545" y="9714484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1D0F4CA5-B813-D414-2770-9C00DAD1F6D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44591" y="49549"/>
            <a:ext cx="994924" cy="14081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-550500" y="-499285"/>
            <a:ext cx="2290342" cy="2252864"/>
          </a:xfrm>
          <a:custGeom>
            <a:avLst/>
            <a:gdLst/>
            <a:ahLst/>
            <a:cxnLst/>
            <a:rect l="l" t="t" r="r" b="b"/>
            <a:pathLst>
              <a:path w="2290342" h="2252864" extrusionOk="0">
                <a:moveTo>
                  <a:pt x="0" y="0"/>
                </a:moveTo>
                <a:lnTo>
                  <a:pt x="2290343" y="0"/>
                </a:lnTo>
                <a:lnTo>
                  <a:pt x="2290343" y="2252864"/>
                </a:lnTo>
                <a:lnTo>
                  <a:pt x="0" y="225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2" name="Google Shape;132;p5"/>
          <p:cNvSpPr/>
          <p:nvPr/>
        </p:nvSpPr>
        <p:spPr>
          <a:xfrm flipH="1">
            <a:off x="16214522" y="8197444"/>
            <a:ext cx="2089556" cy="2089556"/>
          </a:xfrm>
          <a:custGeom>
            <a:avLst/>
            <a:gdLst/>
            <a:ahLst/>
            <a:cxnLst/>
            <a:rect l="l" t="t" r="r" b="b"/>
            <a:pathLst>
              <a:path w="2089556" h="2089556" extrusionOk="0">
                <a:moveTo>
                  <a:pt x="2089556" y="0"/>
                </a:moveTo>
                <a:lnTo>
                  <a:pt x="0" y="0"/>
                </a:lnTo>
                <a:lnTo>
                  <a:pt x="0" y="2089556"/>
                </a:lnTo>
                <a:lnTo>
                  <a:pt x="2089556" y="2089556"/>
                </a:lnTo>
                <a:lnTo>
                  <a:pt x="208955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3" name="Google Shape;133;p5"/>
          <p:cNvGrpSpPr/>
          <p:nvPr/>
        </p:nvGrpSpPr>
        <p:grpSpPr>
          <a:xfrm>
            <a:off x="3126657" y="1938909"/>
            <a:ext cx="12536129" cy="7722208"/>
            <a:chOff x="0" y="-38100"/>
            <a:chExt cx="4481606" cy="2033833"/>
          </a:xfrm>
        </p:grpSpPr>
        <p:sp>
          <p:nvSpPr>
            <p:cNvPr id="134" name="Google Shape;134;p5"/>
            <p:cNvSpPr/>
            <p:nvPr/>
          </p:nvSpPr>
          <p:spPr>
            <a:xfrm>
              <a:off x="0" y="0"/>
              <a:ext cx="4481606" cy="1995733"/>
            </a:xfrm>
            <a:custGeom>
              <a:avLst/>
              <a:gdLst/>
              <a:ahLst/>
              <a:cxnLst/>
              <a:rect l="l" t="t" r="r" b="b"/>
              <a:pathLst>
                <a:path w="4481606" h="1995733" extrusionOk="0">
                  <a:moveTo>
                    <a:pt x="23204" y="0"/>
                  </a:moveTo>
                  <a:lnTo>
                    <a:pt x="4458402" y="0"/>
                  </a:lnTo>
                  <a:cubicBezTo>
                    <a:pt x="4471217" y="0"/>
                    <a:pt x="4481606" y="10389"/>
                    <a:pt x="4481606" y="23204"/>
                  </a:cubicBezTo>
                  <a:lnTo>
                    <a:pt x="4481606" y="1972529"/>
                  </a:lnTo>
                  <a:cubicBezTo>
                    <a:pt x="4481606" y="1985344"/>
                    <a:pt x="4471217" y="1995733"/>
                    <a:pt x="4458402" y="1995733"/>
                  </a:cubicBezTo>
                  <a:lnTo>
                    <a:pt x="23204" y="1995733"/>
                  </a:lnTo>
                  <a:cubicBezTo>
                    <a:pt x="10389" y="1995733"/>
                    <a:pt x="0" y="1985344"/>
                    <a:pt x="0" y="1972529"/>
                  </a:cubicBezTo>
                  <a:lnTo>
                    <a:pt x="0" y="23204"/>
                  </a:lnTo>
                  <a:cubicBezTo>
                    <a:pt x="0" y="10389"/>
                    <a:pt x="10389" y="0"/>
                    <a:pt x="23204" y="0"/>
                  </a:cubicBezTo>
                  <a:close/>
                </a:path>
              </a:pathLst>
            </a:custGeom>
            <a:solidFill>
              <a:srgbClr val="F5EFE7">
                <a:alpha val="8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5"/>
            <p:cNvSpPr txBox="1"/>
            <p:nvPr/>
          </p:nvSpPr>
          <p:spPr>
            <a:xfrm>
              <a:off x="0" y="-38100"/>
              <a:ext cx="4481606" cy="2033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5"/>
          <p:cNvSpPr txBox="1"/>
          <p:nvPr/>
        </p:nvSpPr>
        <p:spPr>
          <a:xfrm>
            <a:off x="2448118" y="247456"/>
            <a:ext cx="13391764" cy="154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5EFE7"/>
                </a:solidFill>
                <a:latin typeface="Anton"/>
                <a:ea typeface="Anton"/>
                <a:cs typeface="Anton"/>
                <a:sym typeface="Anton"/>
              </a:rPr>
              <a:t>BUSINESS MODEL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4088310" y="271638"/>
            <a:ext cx="1958265" cy="833079"/>
          </a:xfrm>
          <a:custGeom>
            <a:avLst/>
            <a:gdLst/>
            <a:ahLst/>
            <a:cxnLst/>
            <a:rect l="l" t="t" r="r" b="b"/>
            <a:pathLst>
              <a:path w="1958265" h="833079" extrusionOk="0">
                <a:moveTo>
                  <a:pt x="0" y="0"/>
                </a:moveTo>
                <a:lnTo>
                  <a:pt x="1958265" y="0"/>
                </a:lnTo>
                <a:lnTo>
                  <a:pt x="1958265" y="833079"/>
                </a:lnTo>
                <a:lnTo>
                  <a:pt x="0" y="833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p5"/>
          <p:cNvSpPr/>
          <p:nvPr/>
        </p:nvSpPr>
        <p:spPr>
          <a:xfrm>
            <a:off x="16343409" y="271638"/>
            <a:ext cx="1561438" cy="822592"/>
          </a:xfrm>
          <a:custGeom>
            <a:avLst/>
            <a:gdLst/>
            <a:ahLst/>
            <a:cxnLst/>
            <a:rect l="l" t="t" r="r" b="b"/>
            <a:pathLst>
              <a:path w="1561438" h="822592" extrusionOk="0">
                <a:moveTo>
                  <a:pt x="0" y="0"/>
                </a:moveTo>
                <a:lnTo>
                  <a:pt x="1561439" y="0"/>
                </a:lnTo>
                <a:lnTo>
                  <a:pt x="1561439" y="822592"/>
                </a:lnTo>
                <a:lnTo>
                  <a:pt x="0" y="82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41305" b="-48509"/>
            </a:stretch>
          </a:blipFill>
          <a:ln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8EE71-A3AB-BD94-C2D0-6D43C0036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118" y="2083570"/>
            <a:ext cx="13598457" cy="757754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78FAD4-CDD4-020A-7DA1-2B2FF9DEE9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4591" y="99075"/>
            <a:ext cx="994924" cy="14081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-550500" y="-499285"/>
            <a:ext cx="2290342" cy="2252864"/>
          </a:xfrm>
          <a:custGeom>
            <a:avLst/>
            <a:gdLst/>
            <a:ahLst/>
            <a:cxnLst/>
            <a:rect l="l" t="t" r="r" b="b"/>
            <a:pathLst>
              <a:path w="2290342" h="2252864" extrusionOk="0">
                <a:moveTo>
                  <a:pt x="0" y="0"/>
                </a:moveTo>
                <a:lnTo>
                  <a:pt x="2290343" y="0"/>
                </a:lnTo>
                <a:lnTo>
                  <a:pt x="2290343" y="2252864"/>
                </a:lnTo>
                <a:lnTo>
                  <a:pt x="0" y="225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4" name="Google Shape;144;p6"/>
          <p:cNvSpPr/>
          <p:nvPr/>
        </p:nvSpPr>
        <p:spPr>
          <a:xfrm flipH="1">
            <a:off x="16214522" y="8197444"/>
            <a:ext cx="2089556" cy="2089556"/>
          </a:xfrm>
          <a:custGeom>
            <a:avLst/>
            <a:gdLst/>
            <a:ahLst/>
            <a:cxnLst/>
            <a:rect l="l" t="t" r="r" b="b"/>
            <a:pathLst>
              <a:path w="2089556" h="2089556" extrusionOk="0">
                <a:moveTo>
                  <a:pt x="2089556" y="0"/>
                </a:moveTo>
                <a:lnTo>
                  <a:pt x="0" y="0"/>
                </a:lnTo>
                <a:lnTo>
                  <a:pt x="0" y="2089556"/>
                </a:lnTo>
                <a:lnTo>
                  <a:pt x="2089556" y="2089556"/>
                </a:lnTo>
                <a:lnTo>
                  <a:pt x="208955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6"/>
          <p:cNvSpPr txBox="1"/>
          <p:nvPr/>
        </p:nvSpPr>
        <p:spPr>
          <a:xfrm>
            <a:off x="2448118" y="247456"/>
            <a:ext cx="13391764" cy="154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5EFE7"/>
                </a:solidFill>
                <a:latin typeface="Anton"/>
                <a:ea typeface="Anton"/>
                <a:cs typeface="Anton"/>
                <a:sym typeface="Anton"/>
              </a:rPr>
              <a:t>REVENUE STRATEGY</a:t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4088310" y="271638"/>
            <a:ext cx="1958265" cy="833079"/>
          </a:xfrm>
          <a:custGeom>
            <a:avLst/>
            <a:gdLst/>
            <a:ahLst/>
            <a:cxnLst/>
            <a:rect l="l" t="t" r="r" b="b"/>
            <a:pathLst>
              <a:path w="1958265" h="833079" extrusionOk="0">
                <a:moveTo>
                  <a:pt x="0" y="0"/>
                </a:moveTo>
                <a:lnTo>
                  <a:pt x="1958265" y="0"/>
                </a:lnTo>
                <a:lnTo>
                  <a:pt x="1958265" y="833079"/>
                </a:lnTo>
                <a:lnTo>
                  <a:pt x="0" y="833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0" name="Google Shape;150;p6"/>
          <p:cNvSpPr/>
          <p:nvPr/>
        </p:nvSpPr>
        <p:spPr>
          <a:xfrm>
            <a:off x="16343409" y="271638"/>
            <a:ext cx="1561438" cy="822592"/>
          </a:xfrm>
          <a:custGeom>
            <a:avLst/>
            <a:gdLst/>
            <a:ahLst/>
            <a:cxnLst/>
            <a:rect l="l" t="t" r="r" b="b"/>
            <a:pathLst>
              <a:path w="1561438" h="822592" extrusionOk="0">
                <a:moveTo>
                  <a:pt x="0" y="0"/>
                </a:moveTo>
                <a:lnTo>
                  <a:pt x="1561439" y="0"/>
                </a:lnTo>
                <a:lnTo>
                  <a:pt x="1561439" y="822592"/>
                </a:lnTo>
                <a:lnTo>
                  <a:pt x="0" y="82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41305" b="-48509"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0171CF-706E-1516-AD22-2FFBCF73CF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9394" y="2148248"/>
            <a:ext cx="11430000" cy="77479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1B1712-5730-069A-AE2C-7F2B963CAA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2239" y="247456"/>
            <a:ext cx="994924" cy="14081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-550500" y="-499285"/>
            <a:ext cx="2290342" cy="2252864"/>
          </a:xfrm>
          <a:custGeom>
            <a:avLst/>
            <a:gdLst/>
            <a:ahLst/>
            <a:cxnLst/>
            <a:rect l="l" t="t" r="r" b="b"/>
            <a:pathLst>
              <a:path w="2290342" h="2252864" extrusionOk="0">
                <a:moveTo>
                  <a:pt x="0" y="0"/>
                </a:moveTo>
                <a:lnTo>
                  <a:pt x="2290343" y="0"/>
                </a:lnTo>
                <a:lnTo>
                  <a:pt x="2290343" y="2252864"/>
                </a:lnTo>
                <a:lnTo>
                  <a:pt x="0" y="225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6" name="Google Shape;156;p7"/>
          <p:cNvSpPr/>
          <p:nvPr/>
        </p:nvSpPr>
        <p:spPr>
          <a:xfrm flipH="1">
            <a:off x="16214522" y="8197444"/>
            <a:ext cx="2089556" cy="2089556"/>
          </a:xfrm>
          <a:custGeom>
            <a:avLst/>
            <a:gdLst/>
            <a:ahLst/>
            <a:cxnLst/>
            <a:rect l="l" t="t" r="r" b="b"/>
            <a:pathLst>
              <a:path w="2089556" h="2089556" extrusionOk="0">
                <a:moveTo>
                  <a:pt x="2089556" y="0"/>
                </a:moveTo>
                <a:lnTo>
                  <a:pt x="0" y="0"/>
                </a:lnTo>
                <a:lnTo>
                  <a:pt x="0" y="2089556"/>
                </a:lnTo>
                <a:lnTo>
                  <a:pt x="2089556" y="2089556"/>
                </a:lnTo>
                <a:lnTo>
                  <a:pt x="208955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7" name="Google Shape;157;p7"/>
          <p:cNvGrpSpPr/>
          <p:nvPr/>
        </p:nvGrpSpPr>
        <p:grpSpPr>
          <a:xfrm>
            <a:off x="480371" y="1753579"/>
            <a:ext cx="17016097" cy="7722208"/>
            <a:chOff x="0" y="-38100"/>
            <a:chExt cx="4481606" cy="2033833"/>
          </a:xfrm>
        </p:grpSpPr>
        <p:sp>
          <p:nvSpPr>
            <p:cNvPr id="158" name="Google Shape;158;p7"/>
            <p:cNvSpPr/>
            <p:nvPr/>
          </p:nvSpPr>
          <p:spPr>
            <a:xfrm>
              <a:off x="0" y="0"/>
              <a:ext cx="4481606" cy="1995733"/>
            </a:xfrm>
            <a:custGeom>
              <a:avLst/>
              <a:gdLst/>
              <a:ahLst/>
              <a:cxnLst/>
              <a:rect l="l" t="t" r="r" b="b"/>
              <a:pathLst>
                <a:path w="4481606" h="1995733" extrusionOk="0">
                  <a:moveTo>
                    <a:pt x="23204" y="0"/>
                  </a:moveTo>
                  <a:lnTo>
                    <a:pt x="4458402" y="0"/>
                  </a:lnTo>
                  <a:cubicBezTo>
                    <a:pt x="4471217" y="0"/>
                    <a:pt x="4481606" y="10389"/>
                    <a:pt x="4481606" y="23204"/>
                  </a:cubicBezTo>
                  <a:lnTo>
                    <a:pt x="4481606" y="1972529"/>
                  </a:lnTo>
                  <a:cubicBezTo>
                    <a:pt x="4481606" y="1985344"/>
                    <a:pt x="4471217" y="1995733"/>
                    <a:pt x="4458402" y="1995733"/>
                  </a:cubicBezTo>
                  <a:lnTo>
                    <a:pt x="23204" y="1995733"/>
                  </a:lnTo>
                  <a:cubicBezTo>
                    <a:pt x="10389" y="1995733"/>
                    <a:pt x="0" y="1985344"/>
                    <a:pt x="0" y="1972529"/>
                  </a:cubicBezTo>
                  <a:lnTo>
                    <a:pt x="0" y="23204"/>
                  </a:lnTo>
                  <a:cubicBezTo>
                    <a:pt x="0" y="10389"/>
                    <a:pt x="10389" y="0"/>
                    <a:pt x="23204" y="0"/>
                  </a:cubicBezTo>
                  <a:close/>
                </a:path>
              </a:pathLst>
            </a:custGeom>
            <a:solidFill>
              <a:srgbClr val="F5EFE7">
                <a:alpha val="8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7"/>
            <p:cNvSpPr txBox="1"/>
            <p:nvPr/>
          </p:nvSpPr>
          <p:spPr>
            <a:xfrm>
              <a:off x="0" y="-38100"/>
              <a:ext cx="4481606" cy="2033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7"/>
          <p:cNvSpPr txBox="1"/>
          <p:nvPr/>
        </p:nvSpPr>
        <p:spPr>
          <a:xfrm>
            <a:off x="2448118" y="247456"/>
            <a:ext cx="13391764" cy="154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 dirty="0">
                <a:solidFill>
                  <a:srgbClr val="F5EFE7"/>
                </a:solidFill>
                <a:latin typeface="Anton"/>
                <a:ea typeface="Anton"/>
                <a:cs typeface="Anton"/>
                <a:sym typeface="Anton"/>
              </a:rPr>
              <a:t>TEAM STRUCTURE</a:t>
            </a:r>
            <a:endParaRPr dirty="0"/>
          </a:p>
        </p:txBody>
      </p:sp>
      <p:sp>
        <p:nvSpPr>
          <p:cNvPr id="161" name="Google Shape;161;p7"/>
          <p:cNvSpPr/>
          <p:nvPr/>
        </p:nvSpPr>
        <p:spPr>
          <a:xfrm>
            <a:off x="14088310" y="271638"/>
            <a:ext cx="1958265" cy="833079"/>
          </a:xfrm>
          <a:custGeom>
            <a:avLst/>
            <a:gdLst/>
            <a:ahLst/>
            <a:cxnLst/>
            <a:rect l="l" t="t" r="r" b="b"/>
            <a:pathLst>
              <a:path w="1958265" h="833079" extrusionOk="0">
                <a:moveTo>
                  <a:pt x="0" y="0"/>
                </a:moveTo>
                <a:lnTo>
                  <a:pt x="1958265" y="0"/>
                </a:lnTo>
                <a:lnTo>
                  <a:pt x="1958265" y="833079"/>
                </a:lnTo>
                <a:lnTo>
                  <a:pt x="0" y="833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2" name="Google Shape;162;p7"/>
          <p:cNvSpPr/>
          <p:nvPr/>
        </p:nvSpPr>
        <p:spPr>
          <a:xfrm>
            <a:off x="16343409" y="271638"/>
            <a:ext cx="1561438" cy="822592"/>
          </a:xfrm>
          <a:custGeom>
            <a:avLst/>
            <a:gdLst/>
            <a:ahLst/>
            <a:cxnLst/>
            <a:rect l="l" t="t" r="r" b="b"/>
            <a:pathLst>
              <a:path w="1561438" h="822592" extrusionOk="0">
                <a:moveTo>
                  <a:pt x="0" y="0"/>
                </a:moveTo>
                <a:lnTo>
                  <a:pt x="1561439" y="0"/>
                </a:lnTo>
                <a:lnTo>
                  <a:pt x="1561439" y="822592"/>
                </a:lnTo>
                <a:lnTo>
                  <a:pt x="0" y="82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41305" b="-48509"/>
            </a:stretch>
          </a:blipFill>
          <a:ln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DF464-1064-23EF-35E4-C1447EF1B0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371" y="1898240"/>
            <a:ext cx="17016097" cy="757754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4AC103-8698-FADC-E2B4-144556557C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4591" y="83928"/>
            <a:ext cx="994924" cy="14081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0" y="0"/>
            <a:ext cx="2290342" cy="2252864"/>
          </a:xfrm>
          <a:custGeom>
            <a:avLst/>
            <a:gdLst/>
            <a:ahLst/>
            <a:cxnLst/>
            <a:rect l="l" t="t" r="r" b="b"/>
            <a:pathLst>
              <a:path w="2290342" h="2252864" extrusionOk="0">
                <a:moveTo>
                  <a:pt x="0" y="0"/>
                </a:moveTo>
                <a:lnTo>
                  <a:pt x="2290343" y="0"/>
                </a:lnTo>
                <a:lnTo>
                  <a:pt x="2290343" y="2252864"/>
                </a:lnTo>
                <a:lnTo>
                  <a:pt x="0" y="225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8"/>
          <p:cNvSpPr/>
          <p:nvPr/>
        </p:nvSpPr>
        <p:spPr>
          <a:xfrm flipH="1">
            <a:off x="16214522" y="8197444"/>
            <a:ext cx="2089556" cy="2089556"/>
          </a:xfrm>
          <a:custGeom>
            <a:avLst/>
            <a:gdLst/>
            <a:ahLst/>
            <a:cxnLst/>
            <a:rect l="l" t="t" r="r" b="b"/>
            <a:pathLst>
              <a:path w="2089556" h="2089556" extrusionOk="0">
                <a:moveTo>
                  <a:pt x="2089556" y="0"/>
                </a:moveTo>
                <a:lnTo>
                  <a:pt x="0" y="0"/>
                </a:lnTo>
                <a:lnTo>
                  <a:pt x="0" y="2089556"/>
                </a:lnTo>
                <a:lnTo>
                  <a:pt x="2089556" y="2089556"/>
                </a:lnTo>
                <a:lnTo>
                  <a:pt x="208955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9" name="Google Shape;169;p8"/>
          <p:cNvGrpSpPr/>
          <p:nvPr/>
        </p:nvGrpSpPr>
        <p:grpSpPr>
          <a:xfrm>
            <a:off x="2630021" y="2477728"/>
            <a:ext cx="12103617" cy="6996085"/>
            <a:chOff x="43005" y="662886"/>
            <a:chExt cx="4571069" cy="2176358"/>
          </a:xfrm>
        </p:grpSpPr>
        <p:sp>
          <p:nvSpPr>
            <p:cNvPr id="170" name="Google Shape;170;p8"/>
            <p:cNvSpPr/>
            <p:nvPr/>
          </p:nvSpPr>
          <p:spPr>
            <a:xfrm>
              <a:off x="43005" y="843511"/>
              <a:ext cx="4481606" cy="1995733"/>
            </a:xfrm>
            <a:custGeom>
              <a:avLst/>
              <a:gdLst/>
              <a:ahLst/>
              <a:cxnLst/>
              <a:rect l="l" t="t" r="r" b="b"/>
              <a:pathLst>
                <a:path w="4481606" h="1995733" extrusionOk="0">
                  <a:moveTo>
                    <a:pt x="23204" y="0"/>
                  </a:moveTo>
                  <a:lnTo>
                    <a:pt x="4458402" y="0"/>
                  </a:lnTo>
                  <a:cubicBezTo>
                    <a:pt x="4471217" y="0"/>
                    <a:pt x="4481606" y="10389"/>
                    <a:pt x="4481606" y="23204"/>
                  </a:cubicBezTo>
                  <a:lnTo>
                    <a:pt x="4481606" y="1972529"/>
                  </a:lnTo>
                  <a:cubicBezTo>
                    <a:pt x="4481606" y="1985344"/>
                    <a:pt x="4471217" y="1995733"/>
                    <a:pt x="4458402" y="1995733"/>
                  </a:cubicBezTo>
                  <a:lnTo>
                    <a:pt x="23204" y="1995733"/>
                  </a:lnTo>
                  <a:cubicBezTo>
                    <a:pt x="10389" y="1995733"/>
                    <a:pt x="0" y="1985344"/>
                    <a:pt x="0" y="1972529"/>
                  </a:cubicBezTo>
                  <a:lnTo>
                    <a:pt x="0" y="23204"/>
                  </a:lnTo>
                  <a:cubicBezTo>
                    <a:pt x="0" y="10389"/>
                    <a:pt x="10389" y="0"/>
                    <a:pt x="23204" y="0"/>
                  </a:cubicBezTo>
                  <a:close/>
                </a:path>
              </a:pathLst>
            </a:custGeom>
            <a:solidFill>
              <a:srgbClr val="F5EFE7">
                <a:alpha val="8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 txBox="1"/>
            <p:nvPr/>
          </p:nvSpPr>
          <p:spPr>
            <a:xfrm>
              <a:off x="132468" y="662886"/>
              <a:ext cx="4481606" cy="2033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8"/>
          <p:cNvSpPr txBox="1"/>
          <p:nvPr/>
        </p:nvSpPr>
        <p:spPr>
          <a:xfrm>
            <a:off x="2448118" y="247456"/>
            <a:ext cx="13391764" cy="154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 dirty="0">
                <a:solidFill>
                  <a:srgbClr val="F5EFE7"/>
                </a:solidFill>
                <a:latin typeface="Anton"/>
                <a:ea typeface="Anton"/>
                <a:cs typeface="Anton"/>
                <a:sym typeface="Anton"/>
              </a:rPr>
              <a:t>COMPETITION IF ANY</a:t>
            </a:r>
            <a:endParaRPr dirty="0"/>
          </a:p>
        </p:txBody>
      </p:sp>
      <p:sp>
        <p:nvSpPr>
          <p:cNvPr id="173" name="Google Shape;173;p8"/>
          <p:cNvSpPr/>
          <p:nvPr/>
        </p:nvSpPr>
        <p:spPr>
          <a:xfrm>
            <a:off x="14088310" y="271638"/>
            <a:ext cx="1958265" cy="833079"/>
          </a:xfrm>
          <a:custGeom>
            <a:avLst/>
            <a:gdLst/>
            <a:ahLst/>
            <a:cxnLst/>
            <a:rect l="l" t="t" r="r" b="b"/>
            <a:pathLst>
              <a:path w="1958265" h="833079" extrusionOk="0">
                <a:moveTo>
                  <a:pt x="0" y="0"/>
                </a:moveTo>
                <a:lnTo>
                  <a:pt x="1958265" y="0"/>
                </a:lnTo>
                <a:lnTo>
                  <a:pt x="1958265" y="833079"/>
                </a:lnTo>
                <a:lnTo>
                  <a:pt x="0" y="833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8"/>
          <p:cNvSpPr/>
          <p:nvPr/>
        </p:nvSpPr>
        <p:spPr>
          <a:xfrm>
            <a:off x="16343409" y="271638"/>
            <a:ext cx="1561438" cy="822592"/>
          </a:xfrm>
          <a:custGeom>
            <a:avLst/>
            <a:gdLst/>
            <a:ahLst/>
            <a:cxnLst/>
            <a:rect l="l" t="t" r="r" b="b"/>
            <a:pathLst>
              <a:path w="1561438" h="822592" extrusionOk="0">
                <a:moveTo>
                  <a:pt x="0" y="0"/>
                </a:moveTo>
                <a:lnTo>
                  <a:pt x="1561439" y="0"/>
                </a:lnTo>
                <a:lnTo>
                  <a:pt x="1561439" y="822592"/>
                </a:lnTo>
                <a:lnTo>
                  <a:pt x="0" y="82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41305" b="-48509"/>
            </a:stretch>
          </a:blipFill>
          <a:ln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38A7B2-7AD2-2561-C59F-ED7CE8CB1A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0021" y="2374490"/>
            <a:ext cx="12103617" cy="70993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827BD2-C1CE-CB46-5601-8115E131A8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9446" y="109117"/>
            <a:ext cx="994924" cy="14081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-550500" y="-499285"/>
            <a:ext cx="2290342" cy="2252864"/>
          </a:xfrm>
          <a:custGeom>
            <a:avLst/>
            <a:gdLst/>
            <a:ahLst/>
            <a:cxnLst/>
            <a:rect l="l" t="t" r="r" b="b"/>
            <a:pathLst>
              <a:path w="2290342" h="2252864" extrusionOk="0">
                <a:moveTo>
                  <a:pt x="0" y="0"/>
                </a:moveTo>
                <a:lnTo>
                  <a:pt x="2290343" y="0"/>
                </a:lnTo>
                <a:lnTo>
                  <a:pt x="2290343" y="2252864"/>
                </a:lnTo>
                <a:lnTo>
                  <a:pt x="0" y="225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0" name="Google Shape;180;p9"/>
          <p:cNvSpPr/>
          <p:nvPr/>
        </p:nvSpPr>
        <p:spPr>
          <a:xfrm flipH="1">
            <a:off x="16214522" y="8197444"/>
            <a:ext cx="2089556" cy="2089556"/>
          </a:xfrm>
          <a:custGeom>
            <a:avLst/>
            <a:gdLst/>
            <a:ahLst/>
            <a:cxnLst/>
            <a:rect l="l" t="t" r="r" b="b"/>
            <a:pathLst>
              <a:path w="2089556" h="2089556" extrusionOk="0">
                <a:moveTo>
                  <a:pt x="2089556" y="0"/>
                </a:moveTo>
                <a:lnTo>
                  <a:pt x="0" y="0"/>
                </a:lnTo>
                <a:lnTo>
                  <a:pt x="0" y="2089556"/>
                </a:lnTo>
                <a:lnTo>
                  <a:pt x="2089556" y="2089556"/>
                </a:lnTo>
                <a:lnTo>
                  <a:pt x="208955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4" name="Google Shape;184;p9"/>
          <p:cNvSpPr txBox="1"/>
          <p:nvPr/>
        </p:nvSpPr>
        <p:spPr>
          <a:xfrm>
            <a:off x="2448118" y="247456"/>
            <a:ext cx="13391764" cy="154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5EFE7"/>
                </a:solidFill>
                <a:latin typeface="Anton"/>
                <a:ea typeface="Anton"/>
                <a:cs typeface="Anton"/>
                <a:sym typeface="Anton"/>
              </a:rPr>
              <a:t>ROADMAP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14088310" y="271638"/>
            <a:ext cx="1958265" cy="833079"/>
          </a:xfrm>
          <a:custGeom>
            <a:avLst/>
            <a:gdLst/>
            <a:ahLst/>
            <a:cxnLst/>
            <a:rect l="l" t="t" r="r" b="b"/>
            <a:pathLst>
              <a:path w="1958265" h="833079" extrusionOk="0">
                <a:moveTo>
                  <a:pt x="0" y="0"/>
                </a:moveTo>
                <a:lnTo>
                  <a:pt x="1958265" y="0"/>
                </a:lnTo>
                <a:lnTo>
                  <a:pt x="1958265" y="833079"/>
                </a:lnTo>
                <a:lnTo>
                  <a:pt x="0" y="833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6" name="Google Shape;186;p9"/>
          <p:cNvSpPr/>
          <p:nvPr/>
        </p:nvSpPr>
        <p:spPr>
          <a:xfrm>
            <a:off x="16343409" y="271638"/>
            <a:ext cx="1561438" cy="822592"/>
          </a:xfrm>
          <a:custGeom>
            <a:avLst/>
            <a:gdLst/>
            <a:ahLst/>
            <a:cxnLst/>
            <a:rect l="l" t="t" r="r" b="b"/>
            <a:pathLst>
              <a:path w="1561438" h="822592" extrusionOk="0">
                <a:moveTo>
                  <a:pt x="0" y="0"/>
                </a:moveTo>
                <a:lnTo>
                  <a:pt x="1561439" y="0"/>
                </a:lnTo>
                <a:lnTo>
                  <a:pt x="1561439" y="822592"/>
                </a:lnTo>
                <a:lnTo>
                  <a:pt x="0" y="82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41305" b="-48509"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0F1C5F-3EDC-8CBB-376F-98358DF63A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0096" y="1814709"/>
            <a:ext cx="13841757" cy="77639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C12B37-D435-6356-B2CB-5740938701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0096" y="223275"/>
            <a:ext cx="994924" cy="14081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0" y="1753579"/>
            <a:ext cx="19466561" cy="10031238"/>
          </a:xfrm>
          <a:custGeom>
            <a:avLst/>
            <a:gdLst/>
            <a:ahLst/>
            <a:cxnLst/>
            <a:rect l="l" t="t" r="r" b="b"/>
            <a:pathLst>
              <a:path w="19466561" h="10031238" extrusionOk="0">
                <a:moveTo>
                  <a:pt x="0" y="0"/>
                </a:moveTo>
                <a:lnTo>
                  <a:pt x="19466561" y="0"/>
                </a:lnTo>
                <a:lnTo>
                  <a:pt x="19466561" y="10031238"/>
                </a:lnTo>
                <a:lnTo>
                  <a:pt x="0" y="10031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2" name="Google Shape;222;p12"/>
          <p:cNvSpPr/>
          <p:nvPr/>
        </p:nvSpPr>
        <p:spPr>
          <a:xfrm>
            <a:off x="-550500" y="-499285"/>
            <a:ext cx="2290342" cy="2252864"/>
          </a:xfrm>
          <a:custGeom>
            <a:avLst/>
            <a:gdLst/>
            <a:ahLst/>
            <a:cxnLst/>
            <a:rect l="l" t="t" r="r" b="b"/>
            <a:pathLst>
              <a:path w="2290342" h="2252864" extrusionOk="0">
                <a:moveTo>
                  <a:pt x="0" y="0"/>
                </a:moveTo>
                <a:lnTo>
                  <a:pt x="2290343" y="0"/>
                </a:lnTo>
                <a:lnTo>
                  <a:pt x="2290343" y="2252864"/>
                </a:lnTo>
                <a:lnTo>
                  <a:pt x="0" y="225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3" name="Google Shape;223;p12"/>
          <p:cNvSpPr/>
          <p:nvPr/>
        </p:nvSpPr>
        <p:spPr>
          <a:xfrm flipH="1">
            <a:off x="14607588" y="6606588"/>
            <a:ext cx="2651712" cy="2651712"/>
          </a:xfrm>
          <a:custGeom>
            <a:avLst/>
            <a:gdLst/>
            <a:ahLst/>
            <a:cxnLst/>
            <a:rect l="l" t="t" r="r" b="b"/>
            <a:pathLst>
              <a:path w="2651712" h="2651712" extrusionOk="0">
                <a:moveTo>
                  <a:pt x="2651712" y="0"/>
                </a:moveTo>
                <a:lnTo>
                  <a:pt x="0" y="0"/>
                </a:lnTo>
                <a:lnTo>
                  <a:pt x="0" y="2651712"/>
                </a:lnTo>
                <a:lnTo>
                  <a:pt x="2651712" y="2651712"/>
                </a:lnTo>
                <a:lnTo>
                  <a:pt x="265171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4" name="Google Shape;224;p12"/>
          <p:cNvSpPr txBox="1"/>
          <p:nvPr/>
        </p:nvSpPr>
        <p:spPr>
          <a:xfrm>
            <a:off x="4148885" y="3550707"/>
            <a:ext cx="9990300" cy="25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20" b="0" i="0" u="none" strike="noStrike" cap="none">
                <a:solidFill>
                  <a:srgbClr val="F5EFE7"/>
                </a:solidFill>
                <a:latin typeface="Anton"/>
                <a:ea typeface="Anton"/>
                <a:cs typeface="Anton"/>
                <a:sym typeface="Anton"/>
              </a:rPr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199</Words>
  <Application>Microsoft Office PowerPoint</Application>
  <PresentationFormat>Custom</PresentationFormat>
  <Paragraphs>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Nikhil Chauhan</dc:creator>
  <cp:lastModifiedBy>jamkhandivaishnavi@outlook.com</cp:lastModifiedBy>
  <cp:revision>4</cp:revision>
  <dcterms:created xsi:type="dcterms:W3CDTF">2006-08-16T00:00:00Z</dcterms:created>
  <dcterms:modified xsi:type="dcterms:W3CDTF">2025-08-12T18:09:11Z</dcterms:modified>
</cp:coreProperties>
</file>